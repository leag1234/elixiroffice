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Sous-titre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Deuxième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Troisième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