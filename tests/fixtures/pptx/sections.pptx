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1" r:id="rId11"/>
    <p:sldId id="262" r:id="rId12"/>
    <p:sldId id="264" r:id="rId13"/>
    <p:sldId id="265" r:id="rId14"/>
    <p:sldId id="267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A1B2C3D-0001-4000-8000-000000000001}">
          <p14:sldIdLst>
            <p14:sldId id="256"/>
            <p14:sldId id="258"/>
            <p14:sldId id="259"/>
          </p14:sldIdLst>
        </p14:section>
        <p14:section name="Body" id="{0A1B2C3D-0002-4000-8000-000000000002}">
          <p14:sldIdLst>
            <p14:sldId id="261"/>
            <p14:sldId id="262"/>
          </p14:sldIdLst>
        </p14:section>
        <p14:section name="Wrap-up" id="{0A1B2C3D-0003-4000-8000-000000000003}">
          <p14:sldIdLst>
            <p14:sldId id="264"/>
            <p14:sldId id="265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Lumière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Semaine 1</c:v>
                </c:pt>
                <c:pt idx="1">
                  <c:v>Semaine 2</c:v>
                </c:pt>
                <c:pt idx="2">
                  <c:v>Semaine 3</c:v>
                </c:pt>
                <c:pt idx="3">
                  <c:v>Semaine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</c:v>
                </c:pt>
                <c:pt idx="1">
                  <c:v>4.3</c:v>
                </c:pt>
                <c:pt idx="2">
                  <c:v>7.0</c:v>
                </c:pt>
                <c:pt idx="3">
                  <c:v>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Obscurité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Semaine 1</c:v>
                </c:pt>
                <c:pt idx="1">
                  <c:v>Semaine 2</c:v>
                </c:pt>
                <c:pt idx="2">
                  <c:v>Semaine 3</c:v>
                </c:pt>
                <c:pt idx="3">
                  <c:v>Semaine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1.9</c:v>
                </c:pt>
                <c:pt idx="1">
                  <c:v>2.4</c:v>
                </c:pt>
                <c:pt idx="2">
                  <c:v>2.6</c:v>
                </c:pt>
                <c:pt idx="3">
                  <c:v>2.7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Accueillir la classe. Rappeler la séance précédente sur la respiration.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Demander ce que les élèves savent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observer l'image : d'où vient l'énergie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Hauteur moyenne en cm de 10 plants par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Compléter le tableau avec les élèves avant de l'afficher.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deux pots préparés la semaine dernière.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 la phrase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photosynthèse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Sciences de la vie et de la Terre · Classe de 5e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Comprendre le rôle de la lumière</a:t>
            </a:r>
          </a:p>
          <a:p>
            <a:pPr/>
            <a:r>
              <a:t>Identifier les besoins de la plante</a:t>
            </a:r>
          </a:p>
          <a:p>
            <a:pPr lvl="1"/>
            <a:r>
              <a:t>eau, dioxyde de carbone, lumière</a:t>
            </a:r>
          </a:p>
          <a:p>
            <a:pPr/>
            <a:r>
              <a:t>Décrire les produits de la réaction</a:t>
            </a:r>
          </a:p>
          <a:p>
            <a:pPr/>
            <a:r>
              <a:t>Réaliser une expérience simple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Une plante au soleil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589520" cy="4743450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Croissance selon l'éclairage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4183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Entrées et sorties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 dans la feuille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Sort de la feuille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Gaz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Dioxyde de carbone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Dioxygène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Liquide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Eau (sève brute)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Sève élaborée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Énergie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Lumière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Matière organique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Avec ou sans lumière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Avec lumière : la plante verdit et grandit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Sans lumière : la plante jaunit et s'étiole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Expérience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Partie 2 : à vous de jouer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Lumière + eau + CO₂ → matière organique + O₂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photosynthèse</dc:title>
  <dc:subject/>
  <dc:creator>ElixirOffice tests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