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Lumière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Semaine 1</c:v>
                </c:pt>
                <c:pt idx="1">
                  <c:v>Semaine 2</c:v>
                </c:pt>
                <c:pt idx="2">
                  <c:v>Semaine 3</c:v>
                </c:pt>
                <c:pt idx="3">
                  <c:v>Semaine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4.3</c:v>
                </c:pt>
                <c:pt idx="2">
                  <c:v>7.0</c:v>
                </c:pt>
                <c:pt idx="3">
                  <c:v>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Obscurité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Semaine 1</c:v>
                </c:pt>
                <c:pt idx="1">
                  <c:v>Semaine 2</c:v>
                </c:pt>
                <c:pt idx="2">
                  <c:v>Semaine 3</c:v>
                </c:pt>
                <c:pt idx="3">
                  <c:v>Semaine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2.4</c:v>
                </c:pt>
                <c:pt idx="2">
                  <c:v>2.6</c:v>
                </c:pt>
                <c:pt idx="3">
                  <c:v>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Accueillir la classe. Rappeler la séance précédente sur la respiration.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Demander ce que les élèves savent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observer l'image : d'où vient l'énergie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Hauteur moyenne en cm de 10 plants par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Compléter le tableau avec les élèves avant de l'afficher.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pots préparés la semaine dernière.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 la phrase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photosynthèse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Sciences de la vie et de la Terre · Classe de 5e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Comprendre le rôle de la lumière</a:t>
            </a:r>
          </a:p>
          <a:p>
            <a:pPr/>
            <a:r>
              <a:t>Identifier les besoins de la plante</a:t>
            </a:r>
          </a:p>
          <a:p>
            <a:pPr lvl="1"/>
            <a:r>
              <a:t>eau, dioxyde de carbone, lumière</a:t>
            </a:r>
          </a:p>
          <a:p>
            <a:pPr/>
            <a:r>
              <a:t>Décrire les produits de la réaction</a:t>
            </a:r>
          </a:p>
          <a:p>
            <a:pPr/>
            <a:r>
              <a:t>Réaliser une expérience simple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 plante au soleil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74345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Croissance selon l'éclairage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418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Entrées et sorties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 dans la feuille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Sort de la feuille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Dioxyde de carbone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Dioxygène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Liquide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Eau (sève brute)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Sève élaborée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Énergie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Lumière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Matière organique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Avec ou sans lumière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Avec lumière : la plante verdit et grandit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Sans lumière : la plante jaunit et s'étiole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Expérience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Partie 2 : à vous de jouer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Lumière + eau + CO₂ → matière organique + O₂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photosynthèse</dc:title>
  <dc:subject/>
  <dc:creator>ElixirOffice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